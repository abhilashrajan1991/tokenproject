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BuildingOwnership Smart Contract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Contract Summary &amp; Technical Breakdown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Primary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_createRoom(): Initializes a room with shares</a:t>
            </a:r>
          </a:p>
          <a:p>
            <a:r>
              <a:t>• leaseRoomShares(): Allows users to lease shares</a:t>
            </a:r>
          </a:p>
          <a:p>
            <a:r>
              <a:t>• reclaimExpiredLease(): Owner reclaims expired leases</a:t>
            </a:r>
          </a:p>
          <a:p>
            <a:r>
              <a:t>• updateRoomLeaseStatus(): Updates lease availability &amp; price</a:t>
            </a:r>
          </a:p>
          <a:p>
            <a:r>
              <a:t>• checkLeaseStatus(): Returns lease state info</a:t>
            </a:r>
          </a:p>
          <a:p>
            <a:r>
              <a:t>• getRoom() / getTenants(): View functions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Descriptions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_createRoom():</a:t>
            </a:r>
          </a:p>
          <a:p>
            <a:r>
              <a:t>- Internal setup for each room</a:t>
            </a:r>
          </a:p>
          <a:p/>
          <a:p>
            <a:r>
              <a:t>leaseRoomShares():</a:t>
            </a:r>
          </a:p>
          <a:p>
            <a:r>
              <a:t>- Performs rent validation and share transfer</a:t>
            </a:r>
          </a:p>
          <a:p/>
          <a:p>
            <a:r>
              <a:t>reclaimExpiredLease():</a:t>
            </a:r>
          </a:p>
          <a:p>
            <a:r>
              <a:t>- Recovers shares after lease expiry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Access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OnlyOwner:</a:t>
            </a:r>
          </a:p>
          <a:p>
            <a:r>
              <a:t>  - reclaimExpiredLease()</a:t>
            </a:r>
          </a:p>
          <a:p>
            <a:r>
              <a:t>  - updateRoomLeaseStatus()</a:t>
            </a:r>
          </a:p>
          <a:p/>
          <a:p>
            <a:r>
              <a:t>• Public/External:</a:t>
            </a:r>
          </a:p>
          <a:p>
            <a:r>
              <a:t>  - leaseRoomShares()</a:t>
            </a:r>
          </a:p>
          <a:p>
            <a:r>
              <a:t>  - checkLeaseStatus()</a:t>
            </a:r>
          </a:p>
          <a:p>
            <a:r>
              <a:t>  - getRoom()</a:t>
            </a:r>
          </a:p>
          <a:p>
            <a:r>
              <a:t>  - getTenants()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RoomCreated(roomId, name, shares, price)</a:t>
            </a:r>
          </a:p>
          <a:p>
            <a:r>
              <a:t>• RoomLeased(roomId, tenant, shares, months, totalRent)</a:t>
            </a:r>
          </a:p>
          <a:p>
            <a:r>
              <a:t>• LeaseReclaimed(roomId, tenant, shares)</a:t>
            </a:r>
          </a:p>
          <a:p>
            <a:r>
              <a:t>• RoomLeaseStatusUpdated(roomId, forLease, price)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Smart Contract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Implements decentralized room share leasing</a:t>
            </a:r>
          </a:p>
          <a:p>
            <a:r>
              <a:t>- Uses ERC-1155 multi-token standard</a:t>
            </a:r>
          </a:p>
          <a:p>
            <a:r>
              <a:t>- Ensures safe payments and share transfers</a:t>
            </a:r>
          </a:p>
          <a:p>
            <a:r>
              <a:t>- Introduces room-level configuration</a:t>
            </a:r>
          </a:p>
          <a:p>
            <a:r>
              <a:t>- Enables automated reclaiming of expired leases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